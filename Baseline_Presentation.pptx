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Dataset: GSM8K (Grade School Math)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Overview:</a:t>
            </a:r>
          </a:p>
          <a:p>
            <a:r>
              <a:t>- 8.5K high-quality, linguistically diverse grade school math word problems.</a:t>
            </a:r>
          </a:p>
          <a:p>
            <a:r>
              <a:t>- Requires multi-step mathematical reasoning to solve.</a:t>
            </a:r>
          </a:p>
          <a:p>
            <a:br/>
            <a:pPr>
              <a:defRPr b="1"/>
            </a:pPr>
            <a:r>
              <a:t>Data Structure:</a:t>
            </a:r>
          </a:p>
          <a:p>
            <a:r>
              <a:t>- Question: The math word problem.</a:t>
            </a:r>
            <a:br/>
            <a:r>
              <a:t>- Answer / Reasoning: Step-by-step logic leading to the final answer.</a:t>
            </a:r>
            <a:br/>
            <a:r>
              <a:t>- Format: The final numeric answer is often denoted at the end (e.g., #### 5).</a:t>
            </a:r>
          </a:p>
          <a:p>
            <a:br/>
            <a:pPr>
              <a:defRPr b="1"/>
            </a:pPr>
            <a:r>
              <a:t>Our Usage:</a:t>
            </a:r>
          </a:p>
          <a:p>
            <a:r>
              <a:t>- Utilized the 'train' split to fine-tune our Language Model.</a:t>
            </a:r>
            <a:br/>
            <a:r>
              <a:t>- Extracted exact numeric answers to use as an automated grading mechanism.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Approach: Reward-Weighted Flat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What We Tried:</a:t>
            </a:r>
          </a:p>
          <a:p>
            <a:r>
              <a:t>- Developed a 'Flat Baseline' (standard causal LM, no routing).</a:t>
            </a:r>
            <a:br/>
            <a:r>
              <a:t>- Implemented a custom RewardWeightedTrainer for Supervised Fine-Tuning.</a:t>
            </a:r>
          </a:p>
          <a:p>
            <a:br/>
            <a:pPr>
              <a:defRPr b="1"/>
            </a:pPr>
            <a:r>
              <a:t>How It Works:</a:t>
            </a:r>
          </a:p>
          <a:p>
            <a:r>
              <a:t>1. Formatting: Concatenated inputs into 'Question: [Q] \nReasoning: [A]'</a:t>
            </a:r>
            <a:br/>
            <a:r>
              <a:t>2. Reward Filter: Binary score (1.0 if answer contains numeric format, else 0.0)</a:t>
            </a:r>
            <a:br/>
            <a:r>
              <a:t>3. Loss Weighting: Modified Cross-Entropy (Loss = Sequence_Loss x Reward)</a:t>
            </a:r>
            <a:br/>
            <a:r>
              <a:t>4. Efficiency: Applied LoRA targeting attention matrices (q_proj, v_proj).</a:t>
            </a:r>
          </a:p>
          <a:p>
            <a:br/>
            <a:pPr>
              <a:defRPr b="1"/>
            </a:pPr>
            <a:r>
              <a:t>Key Findings &amp; Adjustments:</a:t>
            </a:r>
          </a:p>
          <a:p>
            <a:r>
              <a:t>- Identified and fixed an inversion bug in the loss calculation to ensure the LLM correctly reinforces successful examples.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Efficiency with LoRA (Low-Rank Adaptation)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The Problem with Standard Fine-Tuning:</a:t>
            </a:r>
          </a:p>
          <a:p>
            <a:r>
              <a:t>- Updating billions of parameters requires massive GPU memory.</a:t>
            </a:r>
            <a:br/>
            <a:r>
              <a:t>- Slow training times and huge saved model files.</a:t>
            </a:r>
          </a:p>
          <a:p>
            <a:br/>
            <a:pPr>
              <a:defRPr b="1"/>
            </a:pPr>
            <a:r>
              <a:t>The LoRA Solution:</a:t>
            </a:r>
          </a:p>
          <a:p>
            <a:r>
              <a:t>- Freeze Base Weights: The original model is locked.</a:t>
            </a:r>
            <a:br/>
            <a:r>
              <a:t>- Add Adapters: Attach tiny trainable 'adapter' layers to the attention mechanism (q_proj, v_proj).</a:t>
            </a:r>
            <a:br/>
            <a:r>
              <a:t>- Train only Adapters: Dramatically reduces memory usage, speeds up training, and results in a tiny (~20MB) save file.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Diagram: Formatting &amp; Training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0"/>
            <a:ext cx="1828800" cy="109728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1. Raw GSM8K Data</a:t>
            </a:r>
          </a:p>
          <a:p>
            <a:r>
              <a:t>(Question &amp; Answer)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377440" y="2651760"/>
            <a:ext cx="45720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286000"/>
            <a:ext cx="2011680" cy="109728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2. Formatting</a:t>
            </a:r>
          </a:p>
          <a:p>
            <a:r>
              <a:t>Concat Q&amp;A, Tokenize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9200" y="2651760"/>
            <a:ext cx="45720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77840" y="2286000"/>
            <a:ext cx="1828800" cy="109728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3. Reward Filter</a:t>
            </a:r>
          </a:p>
          <a:p>
            <a:r>
              <a:t>Verify Numeric Answer</a:t>
            </a:r>
          </a:p>
          <a:p>
            <a:r>
              <a:t>(Reward = 1.0 or 0.0)</a:t>
            </a:r>
          </a:p>
        </p:txBody>
      </p:sp>
      <p:sp>
        <p:nvSpPr>
          <p:cNvPr id="8" name="Down Arrow 7"/>
          <p:cNvSpPr/>
          <p:nvPr/>
        </p:nvSpPr>
        <p:spPr>
          <a:xfrm>
            <a:off x="6492240" y="3474720"/>
            <a:ext cx="365760" cy="54864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4114800"/>
            <a:ext cx="3291840" cy="13716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4. Reward-Weighted Trainer</a:t>
            </a:r>
          </a:p>
          <a:p/>
          <a:p>
            <a:r>
              <a:t>Loss = Seq_Loss × Reward</a:t>
            </a:r>
          </a:p>
          <a:p>
            <a:r>
              <a:t>Update LoRA Adapters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